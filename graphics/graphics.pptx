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70" d="100"/>
          <a:sy n="170" d="100"/>
        </p:scale>
        <p:origin x="-2760" y="-11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9CC6-07C9-4251-8614-B4DF1A8F3B93}" type="datetimeFigureOut">
              <a:rPr lang="en-US" smtClean="0"/>
              <a:t>7/30/2018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4671-9808-4E58-AEB2-F47FCA16F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5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9CC6-07C9-4251-8614-B4DF1A8F3B93}" type="datetimeFigureOut">
              <a:rPr lang="en-US" smtClean="0"/>
              <a:t>7/30/2018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4671-9808-4E58-AEB2-F47FCA16F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0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9CC6-07C9-4251-8614-B4DF1A8F3B93}" type="datetimeFigureOut">
              <a:rPr lang="en-US" smtClean="0"/>
              <a:t>7/30/2018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4671-9808-4E58-AEB2-F47FCA16F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3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9CC6-07C9-4251-8614-B4DF1A8F3B93}" type="datetimeFigureOut">
              <a:rPr lang="en-US" smtClean="0"/>
              <a:t>7/30/2018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4671-9808-4E58-AEB2-F47FCA16F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6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9CC6-07C9-4251-8614-B4DF1A8F3B93}" type="datetimeFigureOut">
              <a:rPr lang="en-US" smtClean="0"/>
              <a:t>7/30/2018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4671-9808-4E58-AEB2-F47FCA16F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0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9CC6-07C9-4251-8614-B4DF1A8F3B93}" type="datetimeFigureOut">
              <a:rPr lang="en-US" smtClean="0"/>
              <a:t>7/30/2018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4671-9808-4E58-AEB2-F47FCA16F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9CC6-07C9-4251-8614-B4DF1A8F3B93}" type="datetimeFigureOut">
              <a:rPr lang="en-US" smtClean="0"/>
              <a:t>7/30/2018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4671-9808-4E58-AEB2-F47FCA16F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5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9CC6-07C9-4251-8614-B4DF1A8F3B93}" type="datetimeFigureOut">
              <a:rPr lang="en-US" smtClean="0"/>
              <a:t>7/30/2018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4671-9808-4E58-AEB2-F47FCA16F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50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9CC6-07C9-4251-8614-B4DF1A8F3B93}" type="datetimeFigureOut">
              <a:rPr lang="en-US" smtClean="0"/>
              <a:t>7/30/2018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4671-9808-4E58-AEB2-F47FCA16F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1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9CC6-07C9-4251-8614-B4DF1A8F3B93}" type="datetimeFigureOut">
              <a:rPr lang="en-US" smtClean="0"/>
              <a:t>7/30/2018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4671-9808-4E58-AEB2-F47FCA16F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78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9CC6-07C9-4251-8614-B4DF1A8F3B93}" type="datetimeFigureOut">
              <a:rPr lang="en-US" smtClean="0"/>
              <a:t>7/30/2018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4671-9808-4E58-AEB2-F47FCA16F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7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99CC6-07C9-4251-8614-B4DF1A8F3B93}" type="datetimeFigureOut">
              <a:rPr lang="en-US" smtClean="0"/>
              <a:t>7/30/2018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F4671-9808-4E58-AEB2-F47FCA16F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7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967318" y="1491016"/>
            <a:ext cx="4572000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3074894" y="1607094"/>
            <a:ext cx="394448" cy="394448"/>
            <a:chOff x="3254188" y="2243587"/>
            <a:chExt cx="770966" cy="770966"/>
          </a:xfrm>
        </p:grpSpPr>
        <p:sp>
          <p:nvSpPr>
            <p:cNvPr id="5" name="Oval 4"/>
            <p:cNvSpPr/>
            <p:nvPr/>
          </p:nvSpPr>
          <p:spPr>
            <a:xfrm>
              <a:off x="3254188" y="2243587"/>
              <a:ext cx="770966" cy="770966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3388659" y="2770093"/>
              <a:ext cx="502023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388659" y="2501152"/>
              <a:ext cx="502023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388659" y="2635623"/>
              <a:ext cx="502023" cy="0"/>
            </a:xfrm>
            <a:prstGeom prst="line">
              <a:avLst/>
            </a:prstGeom>
            <a:ln w="254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Oval 16"/>
          <p:cNvSpPr/>
          <p:nvPr/>
        </p:nvSpPr>
        <p:spPr>
          <a:xfrm>
            <a:off x="7097806" y="1621175"/>
            <a:ext cx="274320" cy="274320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P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7037742" y="1561111"/>
            <a:ext cx="394448" cy="394448"/>
          </a:xfrm>
          <a:prstGeom prst="ellipse">
            <a:avLst/>
          </a:prstGeom>
          <a:noFill/>
          <a:ln w="25400" cap="sq">
            <a:solidFill>
              <a:schemeClr val="bg1"/>
            </a:solidFill>
            <a:prstDash val="lgDash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827929" y="2483224"/>
            <a:ext cx="699247" cy="242047"/>
          </a:xfrm>
          <a:prstGeom prst="roundRect">
            <a:avLst/>
          </a:prstGeom>
          <a:gradFill>
            <a:gsLst>
              <a:gs pos="0">
                <a:schemeClr val="accent3">
                  <a:satMod val="103000"/>
                  <a:lumMod val="102000"/>
                  <a:tint val="94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bg2">
                  <a:lumMod val="50000"/>
                </a:schemeClr>
              </a:gs>
            </a:gsLst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4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Fisker Automotive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Vu Le</dc:creator>
  <cp:lastModifiedBy>Vu Le</cp:lastModifiedBy>
  <cp:revision>6</cp:revision>
  <dcterms:created xsi:type="dcterms:W3CDTF">2018-07-30T20:27:45Z</dcterms:created>
  <dcterms:modified xsi:type="dcterms:W3CDTF">2018-07-30T23:58:58Z</dcterms:modified>
</cp:coreProperties>
</file>